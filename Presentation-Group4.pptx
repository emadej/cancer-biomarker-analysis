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PT Sans Narrow"/>
      <p:regular r:id="rId23"/>
      <p:bold r:id="rId24"/>
    </p:embeddedFont>
    <p:embeddedFont>
      <p:font typeface="Open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TSansNarrow-bold.fntdata"/><Relationship Id="rId23" Type="http://schemas.openxmlformats.org/officeDocument/2006/relationships/font" Target="fonts/PTSansNarrow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ce6022a20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ce6022a20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2ce6022a20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2ce6022a20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ce6022a20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2ce6022a20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2ce6022a20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2ce6022a20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2ce6022a20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2ce6022a20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2ce6022a20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2ce6022a20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2ce6022a20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2ce6022a20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2ce6022a20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2ce6022a20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ce6022a20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2ce6022a20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2ce6022a20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2ce6022a20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2ce6022a20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2ce6022a20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2ce6022a20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2ce6022a20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2ce6022a20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2ce6022a20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2ce6022a20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2ce6022a20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2ce6022a20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2ce6022a20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2ce6022a20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2ce6022a20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Bioinformatics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Presentation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 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Breast cancer is one of the most common malignant diseases among women, with a high incidence and mortality rate worldwide. Despite advances in treatment, the heterogeneity of breast cancer presents significant challenges in diagnosis, prognosis, and therapy.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Biomarkers play a crucial role in improving breast cancer detection, predicting patient outcomes, and guiding personalized treatments. Identifying reliable biomarkers helps classify tumors, determine disease progression, and optimize therapeutic strategies.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Traditional biomarkers such as ER (Estrogen Receptor), PR (Progesterone Receptor), and HER2 are widely used but have limitations: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They fail to fully capture tumor heterogeneity.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Some subtypes, like triple-negative breast cancer (TNBC), lack targeted biomarkers, making treatment challenging.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Many biomarkers provide limited predictive power for treatment response.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Objective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Identify novel biomarkers for breast cancer using RNA-Seq gene expression analysis and machine learning techniques.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Select the most relevant genes based on differential expression and feature importance.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Perform further analysis on selected genes using specialized databases: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GEPIA, UALCAN, GeneCards, bc-GenExMiner, cBioPortal, Kaplan-Meier Plotter, and Reactome.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Analyzing RNA-seq Data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Collecting RNA-seq Data from TCGA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Preprocessing of RNA-seq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Differential Expression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Identifying Key Genes Using Random Forest Algorithm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Preprocessing 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Raw RNA-Seq data requires preprocessing to remove biases.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UQ-FPKM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Log2 Transform</a:t>
            </a:r>
            <a:endParaRPr sz="1400"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250" y="2085575"/>
            <a:ext cx="2585375" cy="24833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3115526" y="3143063"/>
            <a:ext cx="466500" cy="36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 rotWithShape="1">
          <a:blip r:embed="rId4">
            <a:alphaModFix/>
          </a:blip>
          <a:srcRect b="0" l="4920" r="-4920" t="0"/>
          <a:stretch/>
        </p:blipFill>
        <p:spPr>
          <a:xfrm>
            <a:off x="3705487" y="2085000"/>
            <a:ext cx="2644961" cy="2484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4275" y="1179175"/>
            <a:ext cx="2886926" cy="347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UQ-FPKM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Reducing Sensitivity to Highly Expressed Genes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Avoiding Zero-Inflation Bias in Low-Expression Genes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Improved Cross-Sample Comparability</a:t>
            </a:r>
            <a:endParaRPr sz="1200"/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9950" y="1266325"/>
            <a:ext cx="4062350" cy="330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Differential Expression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Identifies genes with significant expression differences between cancerous and healthy tissues.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|log fc| &gt; 1 &amp; |log fc| &lt; -1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False Discovery Rate &lt; 0.01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350" y="2231175"/>
            <a:ext cx="7701551" cy="25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Key Genes Using Random Forest Algorithm</a:t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distinguishing between cancerous and healthy samples based on gene expression.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The Gini Index measures each gene’s contribution to classification accuracy.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Top-100 genes are selected for further analysis.</a:t>
            </a:r>
            <a:endParaRPr sz="1200"/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8025" y="2139825"/>
            <a:ext cx="6787948" cy="2685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Beyond Expression – Functional and Clinical Insights</a:t>
            </a:r>
            <a:endParaRPr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Differential expression alone is not enough to confirm a gene as a biomarker.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Further analysis is required 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Validate clinical relevance (association with survival, treatment response).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Understand biological function (pathways and molecular interactions).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Assess genomic alterations (mutations, copy number variations).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We use multiple databases to ensure biomarker reliability.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GEPIA &amp; UALCAN – Further Expression Analysis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Provide gene expression data from TCGA and GTEx for both normal and cancerous tissues.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Allow various comparisons based on: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Age, gender, nodal status, and cancer stages.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Tumor vs. normal expression levels.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Survival analysis.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687975"/>
            <a:ext cx="3745651" cy="203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6225" y="2687975"/>
            <a:ext cx="4446076" cy="203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GeneCards -  Prediction of subcellular localization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Aggregates gene function, protein interactions, and disease associations.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Used to analyze subcellular localization of selected genes.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Identifies potential therapeutic targets based on cellular positioning.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Membrane proteins: Good drug targets (e.g., antibodies).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Nuclear/cytoplasmic proteins: May influence cell signaling and gene regulation.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050" y="2642300"/>
            <a:ext cx="6687451" cy="229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bc-GenExMiner - Clinico‑pathological Parameters</a:t>
            </a:r>
            <a:endParaRPr/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Focuses on breast cancer-specific gene expression.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Provides analysis based on: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SBR (Scarff-Bloom-Richardson) grading system, assessing tumor differentiation.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BRCA1/2 mutation status, crucial for hereditary breast cancer risk.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Helps identify genes linked to tumor aggressiveness and prognosis.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44" name="Google Shape;1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500" y="2869375"/>
            <a:ext cx="4208501" cy="207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6900" y="2869375"/>
            <a:ext cx="4208501" cy="20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cBioPortal – Genetic Alterations &amp; Somatic Mutations</a:t>
            </a:r>
            <a:endParaRPr/>
          </a:p>
        </p:txBody>
      </p:sp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Provides insights into genetic alterations in selected genes.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Analyzes mutations, copy number variations, and deep deletions.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Helps determine whether genomic changes drive cancer progression.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50" y="2257050"/>
            <a:ext cx="8961275" cy="269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Kaplan-Meier Plotter – Survival Analysis</a:t>
            </a:r>
            <a:endParaRPr/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Examines the association between gene expression and patient survival.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Uses Kaplan-Meier survival curves to compare outcomes based on gene expression levels.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Identifies potential prognostic biomarkers that influence disease progression.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59" name="Google Shape;15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450" y="2284125"/>
            <a:ext cx="8243099" cy="247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Reactome – Understanding Pathways</a:t>
            </a:r>
            <a:endParaRPr/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Understanding pathways helps identify key regulatory genes involved in tumor development.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Reactome Maps selected genes to known signaling and metabolic pathways.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It also Helps determine whether a gene plays a critical role in cancer biology.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66" name="Google Shape;16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075" y="2208475"/>
            <a:ext cx="7513073" cy="278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Cont.</a:t>
            </a:r>
            <a:endParaRPr/>
          </a:p>
        </p:txBody>
      </p:sp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03425"/>
            <a:ext cx="4029975" cy="2627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5350" y="1703425"/>
            <a:ext cx="3866951" cy="262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/>
        </p:nvSpPr>
        <p:spPr>
          <a:xfrm>
            <a:off x="1829075" y="1181425"/>
            <a:ext cx="5166300" cy="15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0" name="Google Shape;18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